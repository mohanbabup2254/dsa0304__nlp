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71" r:id="rId5"/>
    <p:sldId id="259" r:id="rId6"/>
    <p:sldId id="266" r:id="rId7"/>
    <p:sldId id="267" r:id="rId8"/>
    <p:sldId id="269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909017-B746-46DA-9320-E4A3647419A8}" v="3" dt="2026-07-31T03:21:52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 P" userId="a8d510cbb2e019bf" providerId="LiveId" clId="{C53A644D-BE97-4C6F-8517-033A3CCC212F}"/>
    <pc:docChg chg="undo redo custSel addSld delSld modSld">
      <pc:chgData name="Mohan P" userId="a8d510cbb2e019bf" providerId="LiveId" clId="{C53A644D-BE97-4C6F-8517-033A3CCC212F}" dt="2026-07-31T03:22:28.590" v="208"/>
      <pc:docMkLst>
        <pc:docMk/>
      </pc:docMkLst>
      <pc:sldChg chg="modSp mod">
        <pc:chgData name="Mohan P" userId="a8d510cbb2e019bf" providerId="LiveId" clId="{C53A644D-BE97-4C6F-8517-033A3CCC212F}" dt="2026-07-20T05:38:30.183" v="29" actId="20577"/>
        <pc:sldMkLst>
          <pc:docMk/>
          <pc:sldMk cId="3915134490" sldId="256"/>
        </pc:sldMkLst>
        <pc:spChg chg="mod">
          <ac:chgData name="Mohan P" userId="a8d510cbb2e019bf" providerId="LiveId" clId="{C53A644D-BE97-4C6F-8517-033A3CCC212F}" dt="2026-07-20T05:38:10.105" v="3" actId="2711"/>
          <ac:spMkLst>
            <pc:docMk/>
            <pc:sldMk cId="3915134490" sldId="256"/>
            <ac:spMk id="2" creationId="{D2A1DE37-2F72-5BA2-DF0D-C6F62FBC2696}"/>
          </ac:spMkLst>
        </pc:spChg>
        <pc:spChg chg="mod">
          <ac:chgData name="Mohan P" userId="a8d510cbb2e019bf" providerId="LiveId" clId="{C53A644D-BE97-4C6F-8517-033A3CCC212F}" dt="2026-07-20T05:38:30.183" v="29" actId="20577"/>
          <ac:spMkLst>
            <pc:docMk/>
            <pc:sldMk cId="3915134490" sldId="256"/>
            <ac:spMk id="3" creationId="{3D812685-AE8F-F241-49E4-EF67D8477FFB}"/>
          </ac:spMkLst>
        </pc:spChg>
        <pc:spChg chg="mod">
          <ac:chgData name="Mohan P" userId="a8d510cbb2e019bf" providerId="LiveId" clId="{C53A644D-BE97-4C6F-8517-033A3CCC212F}" dt="2026-07-20T05:38:15.515" v="4" actId="1076"/>
          <ac:spMkLst>
            <pc:docMk/>
            <pc:sldMk cId="3915134490" sldId="256"/>
            <ac:spMk id="7" creationId="{34C98782-A571-1B35-B335-430A09DEF93F}"/>
          </ac:spMkLst>
        </pc:spChg>
      </pc:sldChg>
      <pc:sldChg chg="modSp mod">
        <pc:chgData name="Mohan P" userId="a8d510cbb2e019bf" providerId="LiveId" clId="{C53A644D-BE97-4C6F-8517-033A3CCC212F}" dt="2026-07-20T05:49:21.903" v="91" actId="2710"/>
        <pc:sldMkLst>
          <pc:docMk/>
          <pc:sldMk cId="349428831" sldId="257"/>
        </pc:sldMkLst>
        <pc:spChg chg="mod">
          <ac:chgData name="Mohan P" userId="a8d510cbb2e019bf" providerId="LiveId" clId="{C53A644D-BE97-4C6F-8517-033A3CCC212F}" dt="2026-07-20T05:44:08.331" v="40" actId="20577"/>
          <ac:spMkLst>
            <pc:docMk/>
            <pc:sldMk cId="349428831" sldId="257"/>
            <ac:spMk id="2" creationId="{B6526D8C-BF00-D644-1D1E-EF4E6D27BCA1}"/>
          </ac:spMkLst>
        </pc:spChg>
        <pc:spChg chg="mod">
          <ac:chgData name="Mohan P" userId="a8d510cbb2e019bf" providerId="LiveId" clId="{C53A644D-BE97-4C6F-8517-033A3CCC212F}" dt="2026-07-20T05:49:21.903" v="91" actId="2710"/>
          <ac:spMkLst>
            <pc:docMk/>
            <pc:sldMk cId="349428831" sldId="257"/>
            <ac:spMk id="4" creationId="{5971B30D-2C0F-54B3-F37C-C220985A0D53}"/>
          </ac:spMkLst>
        </pc:spChg>
      </pc:sldChg>
      <pc:sldChg chg="modSp mod">
        <pc:chgData name="Mohan P" userId="a8d510cbb2e019bf" providerId="LiveId" clId="{C53A644D-BE97-4C6F-8517-033A3CCC212F}" dt="2026-07-20T05:49:36.390" v="92" actId="255"/>
        <pc:sldMkLst>
          <pc:docMk/>
          <pc:sldMk cId="3184027724" sldId="258"/>
        </pc:sldMkLst>
        <pc:spChg chg="mod">
          <ac:chgData name="Mohan P" userId="a8d510cbb2e019bf" providerId="LiveId" clId="{C53A644D-BE97-4C6F-8517-033A3CCC212F}" dt="2026-07-20T05:46:05.531" v="59" actId="1076"/>
          <ac:spMkLst>
            <pc:docMk/>
            <pc:sldMk cId="3184027724" sldId="258"/>
            <ac:spMk id="4" creationId="{F505BEB6-CFF8-C8C8-350C-E5617B9ED444}"/>
          </ac:spMkLst>
        </pc:spChg>
        <pc:spChg chg="mod">
          <ac:chgData name="Mohan P" userId="a8d510cbb2e019bf" providerId="LiveId" clId="{C53A644D-BE97-4C6F-8517-033A3CCC212F}" dt="2026-07-20T05:49:36.390" v="92" actId="255"/>
          <ac:spMkLst>
            <pc:docMk/>
            <pc:sldMk cId="3184027724" sldId="258"/>
            <ac:spMk id="5" creationId="{D3331FE0-A373-182F-5CFB-4D908DF7BD2A}"/>
          </ac:spMkLst>
        </pc:spChg>
      </pc:sldChg>
      <pc:sldChg chg="modSp mod">
        <pc:chgData name="Mohan P" userId="a8d510cbb2e019bf" providerId="LiveId" clId="{C53A644D-BE97-4C6F-8517-033A3CCC212F}" dt="2026-07-20T05:52:58.259" v="134" actId="20577"/>
        <pc:sldMkLst>
          <pc:docMk/>
          <pc:sldMk cId="3166382254" sldId="259"/>
        </pc:sldMkLst>
        <pc:spChg chg="mod">
          <ac:chgData name="Mohan P" userId="a8d510cbb2e019bf" providerId="LiveId" clId="{C53A644D-BE97-4C6F-8517-033A3CCC212F}" dt="2026-07-20T05:51:51.114" v="105" actId="1076"/>
          <ac:spMkLst>
            <pc:docMk/>
            <pc:sldMk cId="3166382254" sldId="259"/>
            <ac:spMk id="9" creationId="{1E6A3DFF-F8DE-4BBB-F6DA-0A59C653837E}"/>
          </ac:spMkLst>
        </pc:spChg>
        <pc:spChg chg="mod">
          <ac:chgData name="Mohan P" userId="a8d510cbb2e019bf" providerId="LiveId" clId="{C53A644D-BE97-4C6F-8517-033A3CCC212F}" dt="2026-07-20T05:52:58.259" v="134" actId="20577"/>
          <ac:spMkLst>
            <pc:docMk/>
            <pc:sldMk cId="3166382254" sldId="259"/>
            <ac:spMk id="10" creationId="{FFDA8717-F211-B38C-32C4-D5EA2175DF42}"/>
          </ac:spMkLst>
        </pc:spChg>
      </pc:sldChg>
      <pc:sldChg chg="modSp mod">
        <pc:chgData name="Mohan P" userId="a8d510cbb2e019bf" providerId="LiveId" clId="{C53A644D-BE97-4C6F-8517-033A3CCC212F}" dt="2026-07-20T05:54:09.847" v="156" actId="1076"/>
        <pc:sldMkLst>
          <pc:docMk/>
          <pc:sldMk cId="2319610770" sldId="266"/>
        </pc:sldMkLst>
        <pc:spChg chg="mod">
          <ac:chgData name="Mohan P" userId="a8d510cbb2e019bf" providerId="LiveId" clId="{C53A644D-BE97-4C6F-8517-033A3CCC212F}" dt="2026-07-20T05:54:09.847" v="156" actId="1076"/>
          <ac:spMkLst>
            <pc:docMk/>
            <pc:sldMk cId="2319610770" sldId="266"/>
            <ac:spMk id="7" creationId="{0CF747D6-30E5-4069-431B-13FDBC382D8A}"/>
          </ac:spMkLst>
        </pc:spChg>
        <pc:spChg chg="mod">
          <ac:chgData name="Mohan P" userId="a8d510cbb2e019bf" providerId="LiveId" clId="{C53A644D-BE97-4C6F-8517-033A3CCC212F}" dt="2026-07-20T05:54:07.027" v="155" actId="1076"/>
          <ac:spMkLst>
            <pc:docMk/>
            <pc:sldMk cId="2319610770" sldId="266"/>
            <ac:spMk id="9" creationId="{273A0FF9-FF1A-BFCD-E8B4-F64A0016F58E}"/>
          </ac:spMkLst>
        </pc:spChg>
      </pc:sldChg>
      <pc:sldChg chg="modSp mod">
        <pc:chgData name="Mohan P" userId="a8d510cbb2e019bf" providerId="LiveId" clId="{C53A644D-BE97-4C6F-8517-033A3CCC212F}" dt="2026-07-20T05:55:19.118" v="169" actId="1076"/>
        <pc:sldMkLst>
          <pc:docMk/>
          <pc:sldMk cId="2039998504" sldId="267"/>
        </pc:sldMkLst>
        <pc:spChg chg="mod">
          <ac:chgData name="Mohan P" userId="a8d510cbb2e019bf" providerId="LiveId" clId="{C53A644D-BE97-4C6F-8517-033A3CCC212F}" dt="2026-07-20T05:55:19.118" v="169" actId="1076"/>
          <ac:spMkLst>
            <pc:docMk/>
            <pc:sldMk cId="2039998504" sldId="267"/>
            <ac:spMk id="9" creationId="{194184C9-11AF-D661-5AF9-C5EC4BE97D90}"/>
          </ac:spMkLst>
        </pc:spChg>
      </pc:sldChg>
      <pc:sldChg chg="modSp mod">
        <pc:chgData name="Mohan P" userId="a8d510cbb2e019bf" providerId="LiveId" clId="{C53A644D-BE97-4C6F-8517-033A3CCC212F}" dt="2026-07-20T05:50:48.479" v="100" actId="2710"/>
        <pc:sldMkLst>
          <pc:docMk/>
          <pc:sldMk cId="1840985855" sldId="271"/>
        </pc:sldMkLst>
        <pc:spChg chg="mod">
          <ac:chgData name="Mohan P" userId="a8d510cbb2e019bf" providerId="LiveId" clId="{C53A644D-BE97-4C6F-8517-033A3CCC212F}" dt="2026-07-20T05:50:29.582" v="96" actId="255"/>
          <ac:spMkLst>
            <pc:docMk/>
            <pc:sldMk cId="1840985855" sldId="271"/>
            <ac:spMk id="6" creationId="{22371A72-0A97-7A74-E999-70EA62551F19}"/>
          </ac:spMkLst>
        </pc:spChg>
        <pc:spChg chg="mod">
          <ac:chgData name="Mohan P" userId="a8d510cbb2e019bf" providerId="LiveId" clId="{C53A644D-BE97-4C6F-8517-033A3CCC212F}" dt="2026-07-20T05:50:48.479" v="100" actId="2710"/>
          <ac:spMkLst>
            <pc:docMk/>
            <pc:sldMk cId="1840985855" sldId="271"/>
            <ac:spMk id="8" creationId="{3500C96F-1D0E-87EA-358B-59A8D2BBF06B}"/>
          </ac:spMkLst>
        </pc:spChg>
      </pc:sldChg>
      <pc:sldChg chg="addSp delSp modSp add mod">
        <pc:chgData name="Mohan P" userId="a8d510cbb2e019bf" providerId="LiveId" clId="{C53A644D-BE97-4C6F-8517-033A3CCC212F}" dt="2026-07-31T03:22:28.590" v="208"/>
        <pc:sldMkLst>
          <pc:docMk/>
          <pc:sldMk cId="2432494100" sldId="272"/>
        </pc:sldMkLst>
        <pc:spChg chg="del mod">
          <ac:chgData name="Mohan P" userId="a8d510cbb2e019bf" providerId="LiveId" clId="{C53A644D-BE97-4C6F-8517-033A3CCC212F}" dt="2026-07-31T03:22:28.590" v="208"/>
          <ac:spMkLst>
            <pc:docMk/>
            <pc:sldMk cId="2432494100" sldId="272"/>
            <ac:spMk id="7" creationId="{1E2BAAB6-0529-92C7-A6CA-8387A317650C}"/>
          </ac:spMkLst>
        </pc:spChg>
        <pc:picChg chg="add mod">
          <ac:chgData name="Mohan P" userId="a8d510cbb2e019bf" providerId="LiveId" clId="{C53A644D-BE97-4C6F-8517-033A3CCC212F}" dt="2026-07-31T03:22:24.131" v="206" actId="1076"/>
          <ac:picMkLst>
            <pc:docMk/>
            <pc:sldMk cId="2432494100" sldId="272"/>
            <ac:picMk id="4" creationId="{00295E29-4526-6483-B320-AC93A18B6AE4}"/>
          </ac:picMkLst>
        </pc:picChg>
      </pc:sldChg>
      <pc:sldChg chg="addSp delSp modSp add del mod">
        <pc:chgData name="Mohan P" userId="a8d510cbb2e019bf" providerId="LiveId" clId="{C53A644D-BE97-4C6F-8517-033A3CCC212F}" dt="2026-07-31T03:20:34.875" v="192"/>
        <pc:sldMkLst>
          <pc:docMk/>
          <pc:sldMk cId="3949168606" sldId="272"/>
        </pc:sldMkLst>
        <pc:spChg chg="add del mod">
          <ac:chgData name="Mohan P" userId="a8d510cbb2e019bf" providerId="LiveId" clId="{C53A644D-BE97-4C6F-8517-033A3CCC212F}" dt="2026-07-31T03:20:32.891" v="191" actId="20577"/>
          <ac:spMkLst>
            <pc:docMk/>
            <pc:sldMk cId="3949168606" sldId="272"/>
            <ac:spMk id="7" creationId="{15329763-2B45-BCC9-85FE-E0EA1737E8D2}"/>
          </ac:spMkLst>
        </pc:spChg>
        <pc:picChg chg="add del mod">
          <ac:chgData name="Mohan P" userId="a8d510cbb2e019bf" providerId="LiveId" clId="{C53A644D-BE97-4C6F-8517-033A3CCC212F}" dt="2026-07-31T03:20:32.566" v="190" actId="931"/>
          <ac:picMkLst>
            <pc:docMk/>
            <pc:sldMk cId="3949168606" sldId="272"/>
            <ac:picMk id="4" creationId="{60D98AE8-DB36-D3FC-4AB6-B652029BDF7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07C2D-8581-42DD-865D-B8F7F50B2D61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DE585-32E4-4426-8023-2C6BBA308E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073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DE585-32E4-4426-8023-2C6BBA308EA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054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8944B-00F6-67B7-3191-F8B25E385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B81A8A-6C74-59DE-57E4-7119D3246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A3E89-1F8D-5AC4-312A-139F5E00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A4F69-53F1-C983-C601-0C4570732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A9269-177B-6340-9025-B1B3C5DB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795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C0537-7F01-9909-7C5E-F905E6B93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A89AC-B96D-6B50-6B28-DEBF7A6CB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0F71E-CFC4-2A1C-1C22-1643F634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B89F5-9DB6-2943-9674-E21D078A6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BA911-0371-14F8-9FCF-B8B11AEB6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46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FD8FF-894D-5B71-BFF7-5A2CA3488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CB6FB-210C-80E2-1B07-D2180D228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C1328-BFCD-28C4-14BD-4C4724353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881D2-A696-516C-A5DB-B116205E3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E3C5F-5027-43A4-16D0-14C86B251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166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E9166-26CA-B335-E31A-380FEC071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7F759-F273-BE87-4DA7-7BBF75179F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1C613-384E-E936-B1AB-EE528FD5F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A6EAB-3D81-DE6F-05C5-9B42FCCA8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371B3-5D7F-AB23-F1E5-6BD0C0F6C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686FE-BD06-6637-E9E8-D46EE75EF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721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CEAC5-62AD-4FD0-72D2-17006C16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D2D37-786A-080D-DA23-77BA2EACE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70C19-AEEE-77AB-4338-2A9CBBD0B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C850FF-AFF5-7F0B-1891-789DD2825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32E10-175A-6796-5B08-E913A52CF3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4A4325-45D5-0AC0-8CC2-3F0D695E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0F6B4-AB61-FB4F-54AA-C907C208C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A9D70C-4602-4E5A-C4EE-5AE9D8CC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098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8F6BE-E086-32EC-0573-B531A710D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2843F3-56F8-CF63-8D6E-B2149F44E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1F86C-24C6-9D7C-7ACE-96DB2ACA3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B6283-04E5-E505-A903-069D6C3D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993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05BE7-B92F-FD62-763D-DF1683114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2322B3-EF05-2156-D1AC-1B624BEA3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48562-B475-5C98-D664-E650ED4E6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061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55105-22ED-1300-1D81-3F9B3B5C9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F033A-314B-5EE8-3C93-8861124B0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AACFD-B519-6D64-5063-D91D02596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5DF44-2AB7-CC07-9CCD-C4040DFC1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B48B5-3F55-79E8-7DEA-BA613CBA8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F9172-7FF2-43A4-6D87-2897DEE24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94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2D26-CE0D-806A-5B6B-C9928D938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5F98C5-3319-8F39-46BB-FE374EE2D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271F7-2B11-4182-DA26-559E6C353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F788A-60EF-A3F9-1CB4-87A5C8401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10954-ABB8-6CDE-ABC7-437F8503C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03E71-576E-6FF2-F833-0ADC348F3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37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0D56B-194C-3AA4-1286-E284785A8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14CB7-B4A7-DD4D-4F44-95A6DE0D8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EB9DB-D71E-AE8B-CECD-66ACAD40A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5BC27-606C-C356-9B25-305679659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19A4F-DFB2-29A2-637B-0316C048E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789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B733E-B682-7773-9B8C-2734DED96A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DE475-B95A-E03B-790A-57AA67B3A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E3F5B-A0FA-86ED-32BD-8A61405EE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022EF-C573-5380-42EB-B65EBFB3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B8400-8442-2D56-7734-D6328D08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265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437392-4CF6-7B59-CBB4-E6190FE36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E341B-254C-7A02-600E-E4C4B9CAA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C8989-23EC-FFCC-5FA8-415291DB9B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187AF-2EDE-4CCA-9B11-68B6B9166B8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1C003-DB2A-60A2-F244-86EB89315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2FA75-8FDA-CBFB-4CC5-27F5ECD30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C061E-7F1A-4AEA-B76C-3C83FD5AD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853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1DE37-2F72-5BA2-DF0D-C6F62FBC2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757" y="2846580"/>
            <a:ext cx="11372387" cy="146690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Finite-State Morphological Parsing Techniques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812685-AE8F-F241-49E4-EF67D8477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2184" y="5202238"/>
            <a:ext cx="4018960" cy="1655762"/>
          </a:xfrm>
        </p:spPr>
        <p:txBody>
          <a:bodyPr>
            <a:noAutofit/>
          </a:bodyPr>
          <a:lstStyle/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MOHAN BABU(192472254)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C90AFD-49F8-C7C4-D458-B3338C5D8C94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2FF51DC-932D-078D-CCBF-859E85E9F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62461" y="425410"/>
            <a:ext cx="879696" cy="11610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080FA0-C527-0F6F-9CEE-9BCB237C550D}"/>
              </a:ext>
            </a:extLst>
          </p:cNvPr>
          <p:cNvSpPr txBox="1"/>
          <p:nvPr/>
        </p:nvSpPr>
        <p:spPr>
          <a:xfrm>
            <a:off x="382837" y="5202238"/>
            <a:ext cx="3547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C98782-A571-1B35-B335-430A09DEF93F}"/>
              </a:ext>
            </a:extLst>
          </p:cNvPr>
          <p:cNvSpPr txBox="1"/>
          <p:nvPr/>
        </p:nvSpPr>
        <p:spPr>
          <a:xfrm>
            <a:off x="1360621" y="2104879"/>
            <a:ext cx="97286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DSA0304 Natural Language Processing</a:t>
            </a: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476E18-C37C-3B10-BF14-B06746F00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43" y="272495"/>
            <a:ext cx="146685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34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6D8C-BF00-D644-1D1E-EF4E6D27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7574" y="602054"/>
            <a:ext cx="3444318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1B30D-2C0F-54B3-F37C-C220985A0D53}"/>
              </a:ext>
            </a:extLst>
          </p:cNvPr>
          <p:cNvSpPr txBox="1"/>
          <p:nvPr/>
        </p:nvSpPr>
        <p:spPr>
          <a:xfrm>
            <a:off x="1236482" y="2188026"/>
            <a:ext cx="9945040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•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internal structure of words by breaking them into morphemes.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helps identify roots, prefixes, suffixes, and grammatical features.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Finite-state techniques provide efficient and computationally simple solutions.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Finite-State Transducers (FSTs) are widely used for both analysis and generation.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These techniques are important for applications like machine translation, speech processing, and search systems.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E35204-B17E-4DF5-A094-93C0EF674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21" y="342928"/>
            <a:ext cx="1468122" cy="14681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07C06D-FAE8-A4B3-E5C4-1CDA45B1A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991" y="342928"/>
            <a:ext cx="1204171" cy="158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8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05BEB6-CFF8-C8C8-350C-E5617B9ED444}"/>
              </a:ext>
            </a:extLst>
          </p:cNvPr>
          <p:cNvSpPr txBox="1"/>
          <p:nvPr/>
        </p:nvSpPr>
        <p:spPr>
          <a:xfrm>
            <a:off x="2782580" y="759268"/>
            <a:ext cx="61626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Finite-State Automata (FSA)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31FE0-A373-182F-5CFB-4D908DF7BD2A}"/>
              </a:ext>
            </a:extLst>
          </p:cNvPr>
          <p:cNvSpPr txBox="1"/>
          <p:nvPr/>
        </p:nvSpPr>
        <p:spPr>
          <a:xfrm>
            <a:off x="1703621" y="2563627"/>
            <a:ext cx="10029744" cy="3673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Finite-State Automata are computational models.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consist of states, transitions, and input symbols.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recognize patterns in strings.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simple morphological rules.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handle complex transformations alone.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B24D65-60BB-8E93-8DB7-E5733C97F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21" y="342928"/>
            <a:ext cx="1468122" cy="14681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0ED1F6-22F8-07B0-D8CA-4B3599FE7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991" y="342928"/>
            <a:ext cx="1204171" cy="158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027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6A81A-82AA-2A7D-D9F2-6BECA78C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3B860A-6FD3-24D0-3EEF-C0AB139F60C4}"/>
              </a:ext>
            </a:extLst>
          </p:cNvPr>
          <p:cNvSpPr txBox="1"/>
          <p:nvPr/>
        </p:nvSpPr>
        <p:spPr>
          <a:xfrm>
            <a:off x="3915455" y="750551"/>
            <a:ext cx="499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2CFA45-A647-805D-FF8F-57B31A62D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21" y="342928"/>
            <a:ext cx="1468122" cy="14681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083F17-58DC-46DC-8702-CE38B8270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991" y="342928"/>
            <a:ext cx="1204171" cy="158468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2371A72-0A97-7A74-E999-70EA62551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55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Finite-State Transducers (FST)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500C96F-1D0E-87EA-358B-59A8D2BBF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3734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FSTs map between two levels:</a:t>
            </a:r>
            <a:br>
              <a:rPr lang="en-IN" dirty="0"/>
            </a:br>
            <a:r>
              <a:rPr lang="en-IN" dirty="0"/>
              <a:t>• Lexical level (root form)</a:t>
            </a:r>
            <a:br>
              <a:rPr lang="en-IN" dirty="0"/>
            </a:br>
            <a:r>
              <a:rPr lang="en-IN" dirty="0"/>
              <a:t>• Surface level (final word form)</a:t>
            </a:r>
          </a:p>
          <a:p>
            <a:pPr>
              <a:lnSpc>
                <a:spcPct val="150000"/>
              </a:lnSpc>
            </a:pPr>
            <a:r>
              <a:rPr lang="en-IN" dirty="0"/>
              <a:t>They perform both analysis and generation.</a:t>
            </a:r>
            <a:br>
              <a:rPr lang="en-IN" dirty="0"/>
            </a:br>
            <a:r>
              <a:rPr lang="en-IN" dirty="0"/>
              <a:t>Support bidirectional processing.</a:t>
            </a:r>
            <a:br>
              <a:rPr lang="en-IN" dirty="0"/>
            </a:br>
            <a:r>
              <a:rPr lang="en-IN" dirty="0"/>
              <a:t>Widely used in real-world NLP systems.</a:t>
            </a:r>
          </a:p>
        </p:txBody>
      </p:sp>
    </p:spTree>
    <p:extLst>
      <p:ext uri="{BB962C8B-B14F-4D97-AF65-F5344CB8AC3E}">
        <p14:creationId xmlns:p14="http://schemas.microsoft.com/office/powerpoint/2010/main" val="1840985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42DCC6-C679-6500-8F03-25419D47F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21" y="342928"/>
            <a:ext cx="1468122" cy="14681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CAE320-2DE4-CD5B-C31F-E5E61D2D8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991" y="342928"/>
            <a:ext cx="1204171" cy="15846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6A3DFF-F8DE-4BBB-F6DA-0A59C653837E}"/>
              </a:ext>
            </a:extLst>
          </p:cNvPr>
          <p:cNvSpPr txBox="1"/>
          <p:nvPr/>
        </p:nvSpPr>
        <p:spPr>
          <a:xfrm>
            <a:off x="2375555" y="878832"/>
            <a:ext cx="71078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Morphological Analysis</a:t>
            </a:r>
          </a:p>
          <a:p>
            <a:pPr algn="ctr"/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DA8717-F211-B38C-32C4-D5EA2175DF42}"/>
              </a:ext>
            </a:extLst>
          </p:cNvPr>
          <p:cNvSpPr txBox="1"/>
          <p:nvPr/>
        </p:nvSpPr>
        <p:spPr>
          <a:xfrm>
            <a:off x="1595046" y="2347273"/>
            <a:ext cx="8899442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Breaks words into root and affixes.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grammatical features like tense and number.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played → play + past tense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both regular and irregular forms.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lemmatization and tagging.</a:t>
            </a:r>
          </a:p>
        </p:txBody>
      </p:sp>
    </p:spTree>
    <p:extLst>
      <p:ext uri="{BB962C8B-B14F-4D97-AF65-F5344CB8AC3E}">
        <p14:creationId xmlns:p14="http://schemas.microsoft.com/office/powerpoint/2010/main" val="3166382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758A0-950F-8057-D043-C65C33DF9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66ADF9-B76B-D38D-D527-BA0AEF4B1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21" y="342928"/>
            <a:ext cx="1468122" cy="14681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AB7E7D-8D72-9E44-62D7-B1BD4A937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991" y="342928"/>
            <a:ext cx="1204171" cy="15846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F747D6-30E5-4069-431B-13FDBC382D8A}"/>
              </a:ext>
            </a:extLst>
          </p:cNvPr>
          <p:cNvSpPr txBox="1"/>
          <p:nvPr/>
        </p:nvSpPr>
        <p:spPr>
          <a:xfrm>
            <a:off x="3756542" y="1010032"/>
            <a:ext cx="3276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3A0FF9-FF1A-BFCD-E8B4-F64A0016F58E}"/>
              </a:ext>
            </a:extLst>
          </p:cNvPr>
          <p:cNvSpPr txBox="1"/>
          <p:nvPr/>
        </p:nvSpPr>
        <p:spPr>
          <a:xfrm>
            <a:off x="2832652" y="2167665"/>
            <a:ext cx="7166113" cy="3357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Fast processing speed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Memory efficient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Easy to implement and maintain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Mathematically well-defined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Scalable for large datasets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Language-independent framework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610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81E5D-76BD-F938-00D0-A62433A4C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51BE99-0833-5F3B-9969-1B2FC9F74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21" y="342928"/>
            <a:ext cx="1468122" cy="14681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E1F66D-E271-943F-61B7-5C5AF7E98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991" y="342928"/>
            <a:ext cx="1204171" cy="15846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D09FAC-0233-C8E4-09A6-A5ED06B41BEB}"/>
              </a:ext>
            </a:extLst>
          </p:cNvPr>
          <p:cNvSpPr txBox="1"/>
          <p:nvPr/>
        </p:nvSpPr>
        <p:spPr>
          <a:xfrm>
            <a:off x="2301814" y="669215"/>
            <a:ext cx="7256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4184C9-11AF-D661-5AF9-C5EC4BE97D90}"/>
              </a:ext>
            </a:extLst>
          </p:cNvPr>
          <p:cNvSpPr txBox="1"/>
          <p:nvPr/>
        </p:nvSpPr>
        <p:spPr>
          <a:xfrm>
            <a:off x="1377772" y="2426969"/>
            <a:ext cx="9436455" cy="2941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Finite-state techniques are powerful tools in NLP.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provide efficient morphological analysis and generation.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FSTs are widely used in modern language technologies.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improve accuracy and performance of NLP systems.</a:t>
            </a:r>
          </a:p>
        </p:txBody>
      </p:sp>
    </p:spTree>
    <p:extLst>
      <p:ext uri="{BB962C8B-B14F-4D97-AF65-F5344CB8AC3E}">
        <p14:creationId xmlns:p14="http://schemas.microsoft.com/office/powerpoint/2010/main" val="2039998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589E5-0397-C09F-B9E3-36F060496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0D0833-5F71-1CE7-9B1D-309E4BEA2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21" y="342928"/>
            <a:ext cx="1468122" cy="14681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373C49-0288-CCB2-5A35-F2975160B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991" y="342928"/>
            <a:ext cx="1204171" cy="15846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7D6814-6BF9-18D7-D3F6-F96919A6DC8E}"/>
              </a:ext>
            </a:extLst>
          </p:cNvPr>
          <p:cNvSpPr txBox="1"/>
          <p:nvPr/>
        </p:nvSpPr>
        <p:spPr>
          <a:xfrm>
            <a:off x="3687268" y="2756635"/>
            <a:ext cx="43576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338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06FDA-4B37-C954-6D41-D0D414345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BFF45F-C39A-AF85-06BE-D78708D89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21" y="342928"/>
            <a:ext cx="1468122" cy="14681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38DBDD-F16B-4E69-65AC-0F0CD8A3C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991" y="342928"/>
            <a:ext cx="1204171" cy="15846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295E29-4526-6483-B320-AC93A18B6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152" y="1076989"/>
            <a:ext cx="6993835" cy="524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94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283</Words>
  <Application>Microsoft Office PowerPoint</Application>
  <PresentationFormat>Widescreen</PresentationFormat>
  <Paragraphs>38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Finite-State Morphological Parsing Techniques</vt:lpstr>
      <vt:lpstr>Introduction</vt:lpstr>
      <vt:lpstr>PowerPoint Presentation</vt:lpstr>
      <vt:lpstr>Finite-State Transducers (FST)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jaswanthbattula031@gmail.com</dc:creator>
  <cp:lastModifiedBy>Mohan P</cp:lastModifiedBy>
  <cp:revision>5</cp:revision>
  <dcterms:created xsi:type="dcterms:W3CDTF">2026-06-22T06:08:14Z</dcterms:created>
  <dcterms:modified xsi:type="dcterms:W3CDTF">2026-07-31T03:22:33Z</dcterms:modified>
</cp:coreProperties>
</file>